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7"/>
  </p:notesMasterIdLst>
  <p:handoutMasterIdLst>
    <p:handoutMasterId r:id="rId18"/>
  </p:handoutMasterIdLst>
  <p:sldIdLst>
    <p:sldId id="289" r:id="rId5"/>
    <p:sldId id="291" r:id="rId6"/>
    <p:sldId id="292" r:id="rId7"/>
    <p:sldId id="293" r:id="rId8"/>
    <p:sldId id="295" r:id="rId9"/>
    <p:sldId id="294" r:id="rId10"/>
    <p:sldId id="296" r:id="rId11"/>
    <p:sldId id="297" r:id="rId12"/>
    <p:sldId id="298" r:id="rId13"/>
    <p:sldId id="299" r:id="rId14"/>
    <p:sldId id="300" r:id="rId15"/>
    <p:sldId id="30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400-42A8-9592-1BC22B184C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400-42A8-9592-1BC22B184C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400-42A8-9592-1BC22B184C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400-42A8-9592-1BC22B184CAD}"/>
              </c:ext>
            </c:extLst>
          </c:dPt>
          <c:cat>
            <c:strRef>
              <c:f>Sheet1!$A$2:$A$5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400-42A8-9592-1BC22B184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layout>
        <c:manualLayout>
          <c:xMode val="edge"/>
          <c:yMode val="edge"/>
          <c:x val="0.11274995221407126"/>
          <c:y val="1.54274122034474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512057351596291"/>
          <c:y val="0.28702842126148453"/>
          <c:w val="0.46017470717297837"/>
          <c:h val="0.535367404304027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MOVIES AND TV SHOWS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B6-4FC4-9EA7-6F90EA823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7290" y="1012723"/>
            <a:ext cx="8357420" cy="4513006"/>
          </a:xfrm>
        </p:spPr>
        <p:txBody>
          <a:bodyPr/>
          <a:lstStyle/>
          <a:p>
            <a:r>
              <a:rPr lang="en-IN" b="1" cap="none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Exploratory Data Analysis ON NETFLIX</a:t>
            </a:r>
            <a:endParaRPr lang="en-US" b="1" cap="none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79005">
              <a:srgbClr val="C00000"/>
            </a:gs>
            <a:gs pos="86017">
              <a:srgbClr val="800000"/>
            </a:gs>
            <a:gs pos="100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3D23-4FCA-5301-85CB-9DE1EF8F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EDA?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8987F-A07D-489F-A108-E7E75A72D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33831"/>
            <a:ext cx="9906000" cy="4790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Exploratory Data Analysis (EDA) is the </a:t>
            </a:r>
            <a:r>
              <a:rPr lang="en-US" b="1" dirty="0"/>
              <a:t>initial process of analyzing, summarizing, and visualizing a dataset</a:t>
            </a:r>
            <a:r>
              <a:rPr lang="en-US" dirty="0"/>
              <a:t> to understand its structure, patterns, anomalies, and relationships before applying any advanced modeling.</a:t>
            </a:r>
          </a:p>
          <a:p>
            <a:pPr marL="0" indent="0">
              <a:buNone/>
            </a:pPr>
            <a:r>
              <a:rPr lang="en-US" b="1" i="1" dirty="0">
                <a:latin typeface="+mj-lt"/>
              </a:rPr>
              <a:t>Purpose of EDA:</a:t>
            </a:r>
          </a:p>
          <a:p>
            <a:r>
              <a:rPr lang="en-US" dirty="0"/>
              <a:t>Understand what the data contains</a:t>
            </a:r>
          </a:p>
          <a:p>
            <a:r>
              <a:rPr lang="en-US" dirty="0"/>
              <a:t>Detect missing values, errors, or outliers</a:t>
            </a:r>
          </a:p>
          <a:p>
            <a:r>
              <a:rPr lang="en-US" dirty="0"/>
              <a:t>Identify trends, patterns, and relationships</a:t>
            </a:r>
          </a:p>
          <a:p>
            <a:pPr marL="0" indent="0">
              <a:buNone/>
            </a:pPr>
            <a:r>
              <a:rPr lang="en-US" b="1" i="1" dirty="0">
                <a:latin typeface="+mj-lt"/>
              </a:rPr>
              <a:t>Here we have Netflix data, EDA would include:</a:t>
            </a:r>
          </a:p>
          <a:p>
            <a:r>
              <a:rPr lang="en-US" dirty="0"/>
              <a:t>How many movies vs. TV shows</a:t>
            </a:r>
          </a:p>
          <a:p>
            <a:r>
              <a:rPr lang="en-US" dirty="0"/>
              <a:t>Which genres are most common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62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79A6-2782-C403-FF21-88EC42BA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INTRODUCTION:</a:t>
            </a:r>
            <a:endParaRPr lang="en-IN" b="1" cap="none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37F00-7095-9134-B69A-E030F9AF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Netflix is one of the world’s largest streaming platforms, offering a wide variety of movies and TV shows across different countries, genres, and ratings.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This project performs Exploratory Data Analysis (EDA) on the Netflix dataset to understand: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Content distribution (Movies vs. TV Shows)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Popular genres and ratings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Yearly content trends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Country-wise availability and contribution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The main goal is to uncover insights about Netflix’s global content strategy and viewing patterns.</a:t>
            </a:r>
          </a:p>
          <a:p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3857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F9C9-8AB9-D82C-DF47-EBC95D8A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AIM OF THE PROJECT: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FB2B1-6202-D355-8BCC-4EB01F1B5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The aim of this project is to explore and analyze Netflix’s content catalog to identify meaningful trends and patterns.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Specifically, the analysis seeks to: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Understand how Netflix’s content varies across genres and countries.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Analyze the distribution of movies and TV shows.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Identify trends in the release and addition of content over time.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Study common ratings, durations, and popular categories.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Draw insights that could help content creators and marketers understand viewer preferences.</a:t>
            </a:r>
          </a:p>
          <a:p>
            <a:pPr marL="0" indent="0">
              <a:buNone/>
            </a:pP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685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CFDB-1523-60CA-3137-DDA4A8DB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10114935" cy="792981"/>
          </a:xfrm>
        </p:spPr>
        <p:txBody>
          <a:bodyPr>
            <a:normAutofit/>
          </a:bodyPr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OVERVIEW OF DATASET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8B07B0-F47A-3711-9BE6-1D71AD9ED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3000" y="1684124"/>
            <a:ext cx="4650667" cy="2740393"/>
          </a:xfrm>
          <a:prstGeom prst="rect">
            <a:avLst/>
          </a:prstGeom>
        </p:spPr>
      </p:pic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698EC228-6342-4EEF-56DC-DDC813335E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377185"/>
              </p:ext>
            </p:extLst>
          </p:nvPr>
        </p:nvGraphicFramePr>
        <p:xfrm>
          <a:off x="6937243" y="1684124"/>
          <a:ext cx="3003385" cy="2435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05552DE-7E3D-3198-9A14-DF3433A5FEFE}"/>
              </a:ext>
            </a:extLst>
          </p:cNvPr>
          <p:cNvSpPr txBox="1"/>
          <p:nvPr/>
        </p:nvSpPr>
        <p:spPr>
          <a:xfrm>
            <a:off x="1838633" y="5282031"/>
            <a:ext cx="8101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 dataset containing information about Netflix Movies and TV Shows such as title, director, cast, country, release year, rating, duration, and genre.</a:t>
            </a:r>
            <a:endParaRPr lang="en-IN" sz="2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848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DAF7-E4DA-ED82-1EEA-5D620E33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IMPORT LIBRARIES USED: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E7FACF-4D8A-C8D4-F6B5-12A125449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PANDAS - Used for data loading, cleaning, and analysis.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MATPILOTLIB - Used to create basic plots and charts for visualizing data.</a:t>
            </a:r>
          </a:p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NUMPY -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Provides fast numerical calculations and array operations.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SEABORN -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Builds advanced, attractive statistical visualizations on top of matplotlib.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9018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7DE6-9B7C-A400-EB6A-F8864234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 CLEANING: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57D327-EB25-6A75-D235-7ADF490C5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313606"/>
            <a:ext cx="92890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Removed duplicate rows</a:t>
            </a:r>
            <a:b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Ensured no repeated entries exist in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Handled missing values</a:t>
            </a:r>
            <a:b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Filled or removed missing data in columns like </a:t>
            </a:r>
            <a:r>
              <a:rPr kumimoji="0" lang="en-US" altLang="en-US" sz="1800" b="1" i="1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director</a:t>
            </a: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, </a:t>
            </a:r>
            <a:r>
              <a:rPr kumimoji="0" lang="en-US" altLang="en-US" sz="1800" b="1" i="1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cast</a:t>
            </a: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, and </a:t>
            </a:r>
            <a:r>
              <a:rPr kumimoji="0" lang="en-US" altLang="en-US" sz="1800" b="1" i="1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country</a:t>
            </a: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Converted the ‘</a:t>
            </a:r>
            <a:r>
              <a:rPr kumimoji="0" lang="en-US" altLang="en-US" sz="1800" b="1" i="0" u="none" strike="noStrike" normalizeH="0" baseline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date_added</a:t>
            </a: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’ column to datetime format</a:t>
            </a:r>
            <a:b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Standardized the date to extract year and month.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Extracted new features</a:t>
            </a:r>
            <a:b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Created </a:t>
            </a:r>
            <a:r>
              <a:rPr kumimoji="0" lang="en-US" altLang="en-US" sz="1800" b="1" i="0" u="none" strike="noStrike" normalizeH="0" baseline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year_added</a:t>
            </a: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normalizeH="0" baseline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month_added</a:t>
            </a: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 from the date column.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Split the ‘duration’ column</a:t>
            </a:r>
            <a:b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Separated it into numeric values and units (minutes / seasons).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Standardized text formatting</a:t>
            </a:r>
            <a:b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sz="1800" b="1" i="0" u="none" strike="noStrike" normalizeH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</a:rPr>
              <a:t>Cleaned extra spaces, inconsistent separators, and unwanted characters.</a:t>
            </a:r>
          </a:p>
        </p:txBody>
      </p:sp>
    </p:spTree>
    <p:extLst>
      <p:ext uri="{BB962C8B-B14F-4D97-AF65-F5344CB8AC3E}">
        <p14:creationId xmlns:p14="http://schemas.microsoft.com/office/powerpoint/2010/main" val="48223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E7E0-AAD6-F620-0FE3-ADA9F049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426677" cy="882444"/>
          </a:xfrm>
        </p:spPr>
        <p:txBody>
          <a:bodyPr>
            <a:normAutofit/>
          </a:bodyPr>
          <a:lstStyle/>
          <a:p>
            <a:r>
              <a:rPr lang="en-US" b="1" cap="none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EXPLORATORY DATA ANALYSIS:</a:t>
            </a:r>
            <a:endParaRPr lang="en-IN" b="1" cap="none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CD18-332E-BBA9-459B-E39A9EA8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1632155"/>
            <a:ext cx="11464412" cy="440182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Movies vs TV Shows distribution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Checked how many titles are movies and how many are TV shows.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Year-wise trend of titles added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Found how Netflix’s content grew over the years.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Top countries producing content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Identified which countries contribute the most to Netflix.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Most common genres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Analyzed categories such as Dramas, Comedies, etc.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Rating distribution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Checked maturity ratings like TV-MA, TV-14, PG, etc.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Duration of content</a:t>
            </a:r>
            <a:b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Studied movie runtime patterns and number of seasons for shows.</a:t>
            </a:r>
          </a:p>
          <a:p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85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E25A-F56F-67C3-9A61-88196105F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95631"/>
          </a:xfrm>
        </p:spPr>
        <p:txBody>
          <a:bodyPr>
            <a:normAutofit fontScale="90000"/>
          </a:bodyPr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VISUAL INSIGHTS: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E2F1C35-26E8-4C95-1463-D6CA1C27F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935298"/>
              </p:ext>
            </p:extLst>
          </p:nvPr>
        </p:nvGraphicFramePr>
        <p:xfrm>
          <a:off x="1143000" y="1229032"/>
          <a:ext cx="3301181" cy="2469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2E094B7-D52F-34C2-7EF8-B5D8AB6CE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123" y="1229032"/>
            <a:ext cx="5692877" cy="2623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92E4F5-62B4-4DBF-402F-FF32C2566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20" y="3933131"/>
            <a:ext cx="4638624" cy="2391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5D33E8-B78F-A16C-8485-AA09A5D7B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598" y="3933131"/>
            <a:ext cx="4791085" cy="249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29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C1D40-6CDF-8635-A74C-C226C6FA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85" y="521111"/>
            <a:ext cx="5250885" cy="3121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0E116-C5AF-8F33-B9D7-5335AC12B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283" y="521111"/>
            <a:ext cx="5329982" cy="30208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12C49-4D5E-1F88-C271-D499002DA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442" y="3723969"/>
            <a:ext cx="4867428" cy="2538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F1F7BC-EB19-2AE5-8C56-947C37062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132" y="3723969"/>
            <a:ext cx="4262075" cy="272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0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A25A-FF06-0D06-0DBA-2FFCC93C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593826" cy="1226573"/>
          </a:xfrm>
        </p:spPr>
        <p:txBody>
          <a:bodyPr>
            <a:normAutofit fontScale="90000"/>
          </a:bodyPr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LOGISTIC REGRESSION ALGORITHM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041C-B794-F636-EA05-743D7E0E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Logistic Regression is a supervised machine learning algorithm used for binary classification (two output categories).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It predicts whether something belongs to Class 0 or Class 1 by giving a probability between 0 and 1.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SIGMOID FUNCTION FORMULA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 this Project: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Logistic Regression can be used to classify a Netflix title as: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Movie (0)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TV Show (1)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based on features like duration, rating, </a:t>
            </a:r>
            <a:r>
              <a:rPr lang="en-US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release_year</a:t>
            </a: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, etc.</a:t>
            </a:r>
          </a:p>
          <a:p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401EB-1F32-7725-CFDD-53A214F0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238" y="3262224"/>
            <a:ext cx="4105848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1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7631-8672-D843-485A-3235DE93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CONCLUSION:</a:t>
            </a:r>
            <a:endParaRPr lang="en-IN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2535B-24B8-0EDB-D7C5-9A52D12C6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Netflix has more Movies than TV Shows, showing a movie-dominant platform.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Dramas, Comedies, and International Movies are the most popular genres.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Most content comes from USA, India, and UK, proving Netflix’s global production base.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The majority of shows are rated TV-MA or TV-14, meaning Netflix focuses heavily on mature audiences.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Netflix's content library grew rapidly after 2015, showing fast expansion.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Netflix strategically invests in mature, drama-based content.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The platform is expanding internationally, adding more content from multiple countries.</a:t>
            </a:r>
          </a:p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Viewer preferences are shifting toward diverse and global genres.</a:t>
            </a:r>
          </a:p>
          <a:p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517007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750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Univers Condensed Light</vt:lpstr>
      <vt:lpstr>Walbaum Display Light</vt:lpstr>
      <vt:lpstr>AngleLinesVTI</vt:lpstr>
      <vt:lpstr>Exploratory Data Analysis ON NETFLIX</vt:lpstr>
      <vt:lpstr>WHAT IS EDA?</vt:lpstr>
      <vt:lpstr>INTRODUCTION:</vt:lpstr>
      <vt:lpstr>AIM OF THE PROJECT:</vt:lpstr>
      <vt:lpstr>OVERVIEW OF DATASET</vt:lpstr>
      <vt:lpstr>IMPORT LIBRARIES USED:</vt:lpstr>
      <vt:lpstr>DATA CLEANING:</vt:lpstr>
      <vt:lpstr>EXPLORATORY DATA ANALYSIS:</vt:lpstr>
      <vt:lpstr>VISUAL INSIGHTS:</vt:lpstr>
      <vt:lpstr>PowerPoint Presentation</vt:lpstr>
      <vt:lpstr>LOGISTIC REGRESSION ALGORITHM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Kaushali Ghar</dc:creator>
  <cp:lastModifiedBy>Kaushali Ghar</cp:lastModifiedBy>
  <cp:revision>2</cp:revision>
  <dcterms:created xsi:type="dcterms:W3CDTF">2025-11-13T19:32:15Z</dcterms:created>
  <dcterms:modified xsi:type="dcterms:W3CDTF">2025-11-14T20:18:37Z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